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0"/>
            <a:ext cx="54864" cy="20116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that Listens, Learns, and Remembers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Annie Wang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Next  | 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80960" y="384048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0" y="384048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0" y="384048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0" y="411480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0" y="411480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0" y="411480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0" y="438912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438912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438912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Voice AIs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technology. Completely different architecture.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2926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2926080"/>
          </a:xfrm>
          <a:prstGeom prst="rect">
            <a:avLst/>
          </a:prstGeom>
          <a:solidFill>
            <a:srgbClr val="545D6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you've used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474720" cy="219456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"Hi! How can I help you today?"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(You explain yourself. Again.)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"Let me search for that..."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(Pause. Long pause.)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found some options!"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840480" cy="2926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54864" cy="29260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we built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3474720" cy="219456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9202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"Hey Annie — good timing.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You've got that interview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Friday. Want to nail it?"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[Products appear.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it's still talking.]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FashionMind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0" y="3017520"/>
            <a:ext cx="1828800" cy="0"/>
          </a:xfrm>
          <a:prstGeom prst="line">
            <a:avLst/>
          </a:prstGeom>
          <a:noFill/>
          <a:ln w="25400">
            <a:solidFill>
              <a:srgbClr val="428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already knows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appear mid-sentence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remembers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That Made This Possible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54864" cy="7772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never pauses to search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54864" cy="777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knows Annie's life before she speaks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91840"/>
            <a:ext cx="54864" cy="7772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83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383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knows Annie — not just her data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Problems to Solve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conversations have a different unit of time.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don’t matter. Voice turns 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54864" cy="10058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needs to know who Annie is before the first word.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after she explains herself. Before.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74720"/>
            <a:ext cx="54864" cy="10058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C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two kinds of knowing.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them breaks everything.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2651760"/>
            <a:ext cx="640080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2468880"/>
            <a:ext cx="365760" cy="36576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2377440" cy="1188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017520"/>
            <a:ext cx="54864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08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 streaming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turns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window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65760" cy="365760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Life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66160" y="3017520"/>
            <a:ext cx="2377440" cy="1188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3017520"/>
            <a:ext cx="54864" cy="1188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3108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facts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2468880"/>
            <a:ext cx="365760" cy="365760"/>
          </a:xfrm>
          <a:prstGeom prst="oval">
            <a:avLst/>
          </a:prstGeom>
          <a:solidFill>
            <a:srgbClr val="FBBC05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BBC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3017520"/>
            <a:ext cx="2377440" cy="1188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017520"/>
            <a:ext cx="54864" cy="11887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108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memory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sessions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Has a Different Unit of Time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1371600"/>
          </a:xfrm>
          <a:prstGeom prst="rect">
            <a:avLst/>
          </a:prstGeom>
          <a:solidFill>
            <a:srgbClr val="545D6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5D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APP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200ms vs 50ms?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it. Users might not notice.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88720"/>
            <a:ext cx="54864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43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1645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voice turn?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notice. Immediately.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measuring in milliseconds.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in voice turns.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Voice Turn Costs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0" cy="256032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0584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speaks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"Want me to search for blazers?"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  3–8 seconds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Annie hears it. Processes. Responds.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"Yes please."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  3–8 seconds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per round-trip: 6–16 seconds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the search even runs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6–16s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dead air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tool call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speed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plays at 150 words per minute. The offer-confirm pattern costs two full voice turns before the search runs.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 Streaming: The Conversation Is Always Open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Annie's voice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23360" y="1371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→→→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1234440"/>
            <a:ext cx="3657600" cy="914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0" y="1234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+ Gemini Live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Flash Native Audio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2011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←←←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6576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148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Agent's voice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00400"/>
            <a:ext cx="91440" cy="9144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272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Annie can speak while the agent is responding. Barge-in works.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611880"/>
            <a:ext cx="91440" cy="9144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387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receives and produces raw audio. No text-to-speech bolt-on.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023360"/>
            <a:ext cx="91440" cy="9144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50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concurrent tasks: one carries audio in, one carries response out. They never block each other.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Start Window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moment to load everything before Annie speaks.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0" y="1371600"/>
            <a:ext cx="0" cy="274320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solidFill>
            <a:srgbClr val="1F3A6E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1435608"/>
            <a:ext cx="182880" cy="18288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opens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37360" y="2075688"/>
            <a:ext cx="182880" cy="182880"/>
          </a:xfrm>
          <a:prstGeom prst="oval">
            <a:avLst/>
          </a:prstGeom>
          <a:solidFill>
            <a:srgbClr val="FBBC05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2011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everything before Annie speaks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37360" y="2532888"/>
            <a:ext cx="182880" cy="18288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468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catalog, memory — all injected here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3355848"/>
            <a:ext cx="182880" cy="18288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Annie speaks her first word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737360" y="3813048"/>
            <a:ext cx="182880" cy="182880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responds with full context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Search During the Conversation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017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30175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43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 APPROACH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474720" cy="228600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Annie asks for blazers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offers to search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Annie confirms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searches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responds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 voice turns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6–16 seconds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017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54864" cy="30175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INJECTION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1600200"/>
            <a:ext cx="3474720" cy="228600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6916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 already loaded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speaks immediately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appear mid-sentence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voice turns spent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 voice turns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~400ms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Arrives Before the First Word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37744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t=0ms    Session opens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┌── Annie's identity loaded          (instant)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├── Product catalog loads  ────────  t=5ms  ✓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└── Memory Bank loads      ────────  t=1500ms ✓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Annie speaks her first sentence    t=500ms – 3000ms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Agent responds with full context ✓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catalog + memory + live profile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3657600"/>
            <a:ext cx="54864" cy="6400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57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load in parallel at session start. Neither blocks the conversation from starting.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Needs a File on Annie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good stylist keeps a file on their clients. The agent needs the same thing.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27432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agent can help Annie dress for her interview, it needs to know: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91440" cy="9144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9476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the interview?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91440" cy="9144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4048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she bought recently?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91440" cy="9144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8620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she been saving?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383280"/>
            <a:ext cx="91440" cy="9144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3192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events are coming up?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isn’t an AI problem. It’s a structured data problem.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in the File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SHE 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017520" y="1051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|  Age  |  Body type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9601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00200"/>
            <a:ext cx="54864" cy="960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COMING 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0" y="16459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interview – this Friday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dinner – April 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conference – next month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14600"/>
            <a:ext cx="54864" cy="5029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C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SHE'S SAVING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17520" y="2560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Linen blazer  |  White sneakers  |  Crossbody bag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08960"/>
            <a:ext cx="54864" cy="7315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54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43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SHE'S BOUGHT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17520" y="3154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Chelsea boots – last 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Linen shirt – two weeks ago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49040"/>
            <a:ext cx="54864" cy="7315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94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 THE STORE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3794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Tailored Blazer  |  $189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Relaxed Linen Trousers  |  $145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Updates in Real Time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forms. No explicit saving. The conversation is the interface.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5D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Annie says...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5D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updates...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417320"/>
            <a:ext cx="0" cy="274320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4023360" cy="73152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love that blazer,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save it"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Wishlist: +linen blazer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this turn, immediately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023360" cy="73152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60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have a wedding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June"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Occasions: +wedding June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926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this turn, immediately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4023360" cy="73152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520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bought the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sneakers"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3566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Wishlist: sneakers → purchased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history: +sneakers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both, atomically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Agent Reads the File First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237744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opens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Agent's first action — before saying anything: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get_user_context()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Profile | upcoming occasions | wishlist | recent purchases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live Cloud SQL query, every session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speaks with full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760720" y="1005840"/>
            <a:ext cx="2926080" cy="2377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0" y="1005840"/>
            <a:ext cx="54864" cy="23774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7" name="Text 5"/>
          <p:cNvSpPr/>
          <p:nvPr/>
        </p:nvSpPr>
        <p:spPr>
          <a:xfrm>
            <a:off x="598932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live?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9320" y="14630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 changes.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interview might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moved.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wishlist item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have been bought.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facts that need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exactly right,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query fresh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 Data Enables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2286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7863840" cy="20116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Annie: "What events do I have in the next 30 days?"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 "You've got your interview this Friday,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 client dinner on April 9,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 the team conference the week after."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Exact. Ordered. Every one accounted for.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 structured database does. It answers questions like this perfectly, every time.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handles everything that needs to be precisely right. But there’s a second kind of knowing — one that no database can capture.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SQL: The Right Tool for Certainty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914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78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PostgreSQL on Google Cloud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ops burden. Automatic backups. IAM-native auth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fits a Cloud Run deployment naturally.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54864" cy="914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76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wishlist item is marked purchased — status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purchase record are created together, or not at all.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00400"/>
            <a:ext cx="54864" cy="9144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735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for Structured Questions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events do I have this month?" "What's on my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under $150?" One query. Always exact.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Isn’t Enough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017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0175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FILE ✓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474720" cy="91440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Interview: Friday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Wishlist: linen blazer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Bought: Chelsea boots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3017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54864" cy="30175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IN THE FILE 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463040"/>
            <a:ext cx="3474720" cy="237744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5544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BBC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 runs hot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BBC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mentioned once, in passing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BBC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 black hat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BBC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seen on camera, never described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BBC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Earth tones preference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BBC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inferred over time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BBC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More confident in structured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BBC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silhouettes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has a column. All of it is what a great stylist remembers.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Knowing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200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200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HER LIFE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she told the 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92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Interview: Friday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2768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Wishlist: linen blazer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60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explicitly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44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defined in advance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when events change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3840480" cy="3200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05840"/>
            <a:ext cx="54864" cy="3200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HER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learned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1892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runs hot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22768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black hat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660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Emerged from conversation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3044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 needed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Deepens over 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can do the other’s job. Together, they make the agent both precise and personal.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Memory Bank Actually 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0" cy="2743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078992"/>
            <a:ext cx="137160" cy="13716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happens — voice, text, camera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0" cy="2743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36192"/>
            <a:ext cx="137160" cy="13716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63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listens. It sees.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0" cy="2743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993392"/>
            <a:ext cx="137160" cy="137160"/>
          </a:xfrm>
          <a:prstGeom prst="oval">
            <a:avLst/>
          </a:prstGeom>
          <a:solidFill>
            <a:srgbClr val="FBBC0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20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turn: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0" cy="2743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450592"/>
            <a:ext cx="137160" cy="13716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reads what was said and observed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035808"/>
            <a:ext cx="0" cy="2743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907792"/>
            <a:ext cx="137160" cy="137160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here is worth remembering for next time?"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0" cy="2743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64992"/>
            <a:ext cx="137160" cy="137160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Extracts. Reconciles. Stores.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0" cy="2743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822192"/>
            <a:ext cx="137160" cy="13716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749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Annie never triggered it. She never knew it happened.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279392"/>
            <a:ext cx="137160" cy="13716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just got better.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Sees What It Hears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camera observations accumulate into durable memory.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2286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WAS SAID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0" cy="15544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don't love tight waistbands"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comfort_constraints: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prefers relaxed fit,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avoids structured waistbands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840480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54864" cy="2286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WAS SEEN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1737360"/>
            <a:ext cx="3474720" cy="15544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8288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sees Annie on webcam.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Notices the black wide-brim hat.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Says: "That hat is very you."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visual_style_markers: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signature black wide-brim hat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multimodal memory. Not just what the user said. What the agent observed.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visual_style_markers: The Capability That Changes Everything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920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9202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Annie shares a webcam snapshot.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"That black hat is very you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signature. It anchors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outfit."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474720" cy="50292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visual_style_markers: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signature black wide-brim hat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frequently worn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strongly self-identified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840480" cy="1920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1920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097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1371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without being prompted: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hat — it’s your signature.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outfit build around it."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2331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Annie never mentioned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in Session 4.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60520" y="16459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91840"/>
            <a:ext cx="54864" cy="7315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91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sees on Tuesday shapes what it knows next month.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Topics: What We Told It to Watch For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memory is determined by the quality of the topics.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45D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VERTEX AI MANAGES AUTOMATICALLY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77640" cy="548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44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USER_PREFERENCES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642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and implied likes and dislikes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77640" cy="548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44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USER_PERSONAL_INFO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6642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that matter over time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148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45D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DEFINED FOR FASHIONMIND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3977640" cy="457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68880"/>
            <a:ext cx="54864" cy="4572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87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style_identity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6974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Annie sees herself stylistically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468880"/>
            <a:ext cx="3977640" cy="457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468880"/>
            <a:ext cx="54864" cy="4572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487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signature_items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6974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 she keeps coming back to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3977640" cy="457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63240"/>
            <a:ext cx="54864" cy="4572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0815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comfort_constraints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2918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she'll never wear comfortably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3063240"/>
            <a:ext cx="3977640" cy="457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063240"/>
            <a:ext cx="54864" cy="4572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0815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event_context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2918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moments that shape her wardrobe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3977640" cy="457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657600"/>
            <a:ext cx="54864" cy="4572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6758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C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visual_style_markers 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3886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observed — not what she said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 Path: Invisible, After Every Turn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987552"/>
            <a:ext cx="109728" cy="109728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1143000"/>
            <a:ext cx="0" cy="25603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finishes speaking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109728" cy="109728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1600200"/>
            <a:ext cx="0" cy="25603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Annie hears the response ← this happens first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901952"/>
            <a:ext cx="109728" cy="109728"/>
          </a:xfrm>
          <a:prstGeom prst="oval">
            <a:avLst/>
          </a:prstGeom>
          <a:solidFill>
            <a:srgbClr val="FBBC05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" y="2057400"/>
            <a:ext cx="0" cy="25603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(Annie never sees this):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359152"/>
            <a:ext cx="109728" cy="109728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" y="2514600"/>
            <a:ext cx="0" cy="25603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reads the turn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2816352"/>
            <a:ext cx="109728" cy="109728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" y="2971800"/>
            <a:ext cx="0" cy="25603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observations against six memory topics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273552"/>
            <a:ext cx="109728" cy="109728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" y="3429000"/>
            <a:ext cx="0" cy="25603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with what was already stored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3730752"/>
            <a:ext cx="109728" cy="109728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" y="3886200"/>
            <a:ext cx="0" cy="25603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Memory Bank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4187952"/>
            <a:ext cx="109728" cy="109728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114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turn. Next session. Richer every time.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Circular Loop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78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START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Memory Bank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a stylist need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 about Annie today?"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05840"/>
            <a:ext cx="54864" cy="16459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078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13716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observes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"runs hot" mentioned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seen on camera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updates live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2834640"/>
            <a:ext cx="384048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2834640"/>
            <a:ext cx="54864" cy="16459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EACH TURN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32004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extracts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Memory Bank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Annie hears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84048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34640"/>
            <a:ext cx="54864" cy="16459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SESSION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2004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context,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recall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→ style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→ comfort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→ visual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60520" y="1554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60520" y="3383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1031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Tools, Two Domains, One Experience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200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200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Annie told the 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Interview: exact date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Wishlist: exact price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by exact query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"Occasions in next 30 days"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when Annie says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explicit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840480" cy="3200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05840"/>
            <a:ext cx="54864" cy="3200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learned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"Runs hot" — said in passing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"Signature hat" — seen on camera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971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by semantic 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Annie care about today?"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after every 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automatically, invisibly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structured certainty and accumulated understanding.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Annie Experiences in Session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 — everything working together.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3716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Cloud SQL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moved to Tuesday (live query)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Wishlist: blazer still saved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Bought: sneakers (logged last session)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234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Memory Bank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1508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Comfort: runs hot, natural fabrics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structured, gravitates toward navy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black wide-brim 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important meetings need polish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14630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54864" cy="14630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926080"/>
            <a:ext cx="7863840" cy="128016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1752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Annie: "Hey, help me dress for next week."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 "Hey Annie — the interview's Tuesday now, right?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Given that you run warm, the linen trousers we looked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at before would be perfect. And keep the hat —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it's very you."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Arriving Before the First Word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05840"/>
            <a:ext cx="7955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t=0ms    Connection opens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┌─ Annie's identity                    instant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├─ Product catalog ───────────────  t=5ms ✓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└─ Memory Bank results ───────────  t=1500ms ✓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Annie's first sentence              t=500ms – 3000ms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Agent responds: full context in place ✓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3383280"/>
            <a:ext cx="54864" cy="6400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front-loaded. Nothing searched during the conversation.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Flowing Both Ways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isn’t just consuming data. It’s producing it.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5D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Annie speaks...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5D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happening...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417320"/>
            <a:ext cx="0" cy="274320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4023360" cy="6400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opens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109728" cy="109728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63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queried live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injected (instant)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Bank loading (background)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023360" cy="6400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"Save that blazer"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109728" cy="109728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377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writes: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add_to_wishlist (immediate)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4023360" cy="6400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speaks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520440"/>
            <a:ext cx="109728" cy="109728"/>
          </a:xfrm>
          <a:prstGeom prst="oval">
            <a:avLst/>
          </a:prstGeom>
          <a:solidFill>
            <a:srgbClr val="FBBC0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291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Bank writes (background)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extracts observations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Recommendation Moment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20116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43000"/>
            <a:ext cx="7863840" cy="173736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 "Given that you run warm, the linen trousers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at $145 would be perfect for the interview..."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↑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still speaking...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[Catalog panel updates]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[Linen Trousers highlighted]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↑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same moment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291840"/>
            <a:ext cx="91440" cy="9144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already in context from session start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3291840"/>
            <a:ext cx="91440" cy="91440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mentions product → signal fires to frontend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3291840"/>
            <a:ext cx="91440" cy="91440"/>
          </a:xfrm>
          <a:prstGeom prst="oval">
            <a:avLst/>
          </a:prstGeom>
          <a:solidFill>
            <a:srgbClr val="FBBC05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against server cache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12280" y="3291840"/>
            <a:ext cx="91440" cy="91440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in catalog panel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931920"/>
            <a:ext cx="54864" cy="5486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voice turn. Zero extra time.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</a:t>
            </a:r>
            <a:endParaRPr lang="en-US" sz="2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45D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Situation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45D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Approach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Demo, catalog under 100 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A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injection — ship immediately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100–500 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A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injection, title + price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500+ or similarity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BC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call + optimistic audio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"Find something like this outfit"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BC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 — semantic image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retail at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28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AI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3383280"/>
            <a:ext cx="54864" cy="8229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429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audio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 me pull something up... found the Navy Blazer at $189." Zero code change. Significant perceived improvement. Always add it.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Stack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097280"/>
            <a:ext cx="54864" cy="6400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0972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 2.5 Flash  ↔  ADK Runner  ↔  FastAPI WebSocket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2103120"/>
            <a:ext cx="4572000" cy="457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LiveRequestQueue  |  Session Start Injection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2560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35040" y="2560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84048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54864" cy="13716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structured facts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writes during conversation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926080"/>
            <a:ext cx="384048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92608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Memory Bank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observations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camera | across sessions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Insights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0515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0789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in voice turns, not milliseconds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offer-confirm pattern costs 6 to 16 seconds regardless of search speed.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 context instead of searching during the conversation.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54864" cy="10515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188720" y="23134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knowing require two different tools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743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facts belong in Cloud SQL — exact, queryable, schematized.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observations belong in Memory Bank — extracted, multimodal, schema-free.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74720"/>
            <a:ext cx="54864" cy="105156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88720" y="35478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Bank sees what it hears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977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camera observations accumulate into a durable user profile.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sees on Tuesday shapes what it knows next month.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  |  Google Cloud Next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54864" cy="21945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that feels like a relationship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isn’t one hard problem.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three problems — latency, state, and memory 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solved in the right layer.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streaming layer handles real-time delivery.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handles structured certainty.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Bank handles accumulated understanding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voice, from text, from what the agent saw.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0"/>
            <a:ext cx="54864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Recall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that Listens, Learns, and Remembers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 |  Gemini Live 2.5 Flash  |  Cloud SQL  |  Vertex AI Memory Bank  |  FastAPI  |  React + TypeScript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Annie Wang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Next  | 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80960" y="384048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0" y="384048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384048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2" name="Shape 10"/>
          <p:cNvSpPr/>
          <p:nvPr/>
        </p:nvSpPr>
        <p:spPr>
          <a:xfrm>
            <a:off x="7680960" y="411480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411480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411480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0" y="438912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438912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4389120"/>
            <a:ext cx="73152" cy="73152"/>
          </a:xfrm>
          <a:prstGeom prst="oval">
            <a:avLst/>
          </a:prstGeom>
          <a:solidFill>
            <a:srgbClr val="30363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Recall: Voice AI, Bidi Streaming ADK with Long-Term Memory Bank</dc:title>
  <dc:subject>PptxGenJS Presentation</dc:subject>
  <dc:creator>Annie Wang</dc:creator>
  <cp:lastModifiedBy>Annie Wang</cp:lastModifiedBy>
  <cp:revision>1</cp:revision>
  <dcterms:created xsi:type="dcterms:W3CDTF">2026-04-03T06:36:34Z</dcterms:created>
  <dcterms:modified xsi:type="dcterms:W3CDTF">2026-04-03T06:36:34Z</dcterms:modified>
</cp:coreProperties>
</file>